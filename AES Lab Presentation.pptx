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2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197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D015D-E595-4586-B17D-08755BA316B5}" type="datetimeFigureOut">
              <a:rPr lang="en-DE" smtClean="0"/>
              <a:t>23/06/2025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87EFFF-AE0D-4F42-9CB5-1A154B3E3BC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56786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87EFFF-AE0D-4F42-9CB5-1A154B3E3BC5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74427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87EFFF-AE0D-4F42-9CB5-1A154B3E3BC5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46810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D54A0-3281-3B25-D791-2BE535C65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F2428-C439-B130-1945-4A71CC08E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26CD0-71EA-2A08-48D4-71EBD353E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109B4-427C-4437-821A-E55CC0AFFB4F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D787B-3566-D055-6757-E54E0A654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AEE47-C62A-8B71-6B28-1DB0D3E11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2152-CC47-4273-B109-CCF9849727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447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EF3D-FEDA-476F-E85B-F328BA90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EEC7A-BB71-D8DC-3810-D74674CA7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2E18A-A457-2B83-C281-94E37C23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51C4-5B5A-4AE6-9C34-8594E941DF96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69240-A2EC-A44A-142C-B7476047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91F91-3CBF-0BCC-9C0F-7252C2F9D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2152-CC47-4273-B109-CCF9849727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7779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54387-FB6C-BC19-D457-A747157A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E7983-0FAA-9099-143B-12334218E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E9B85-76BD-5273-6AE7-EC4B04D7E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5060-BF40-4340-8C15-AAABD9252B49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7BBEC-A212-9D07-E24B-579A2E439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6B503-FC84-DADA-7104-D0AD98E20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2152-CC47-4273-B109-CCF9849727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88839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D369-36DF-1A72-0A23-8BCB80377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E9759-8250-0C0A-5623-0DBADDC936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8BB9C-0F5F-BEDD-4AC4-DEA2C519B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8CBF3-32F7-04F5-503A-A31EBE5FC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A050-C485-47A8-BC1B-FE31C2A086EE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E6C33-7697-D2F7-E565-656F7B91B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89CDC-982E-2E16-ECD1-E26339E9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2152-CC47-4273-B109-CCF9849727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3749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2BC2-0024-F54F-90C7-17EBC34B4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AD325-E76A-852C-437D-34A428A20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4C7B6-6E34-0688-77A6-E5E1B66E0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6FA45A-8304-8766-04F6-4BE6F2471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AE362E-3507-AF85-FBCA-2D02C12D72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1C007-B36C-1121-E343-E4FA09A0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94B7B-24E2-4C99-AE2C-70416F078958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129E2F-B653-0E90-8EFF-05877528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838A29-7AAC-6C82-5E6B-7979E6B20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2152-CC47-4273-B109-CCF9849727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7499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C5B0-57C2-B925-24F3-7CFCC12F3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2B585-B500-BCA5-CD26-591C4A221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FC4A9-458E-408A-A3A4-FEEDAFA9F5A6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D5B689-B846-F101-100B-CD257795B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D15C2-2EBB-A837-4E43-E9B4770F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2152-CC47-4273-B109-CCF9849727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2612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6AC805-8A0F-DA7C-84FF-499602628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6018F-9F49-4A4A-86C9-451ED6A1D034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C4C7AF-08FA-0AD8-E593-50074618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2FD58-CB95-DA62-7423-3BA62A53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2152-CC47-4273-B109-CCF9849727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7106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EE13-E284-6815-0E7B-64F7960C5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7ED0C-21FE-3989-0DAF-421B67E9F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888F2-E2AC-86F1-1FD3-E2989D10D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249E0-CA6A-2618-C384-F31B255BB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7CDBE-E529-43CD-922A-87628751A18A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6458E-A1C3-9D87-CA3E-C6EA32BC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EBDA5-3A9B-B9D1-9C50-6E82E4CD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2152-CC47-4273-B109-CCF9849727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91927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18F6-BF9B-8DE9-41F3-2FF8F7410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31FA49-CD17-C217-463F-78CC45FB2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53E12-7313-ECC8-ADB8-1AD4F20ED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F6D3E-17F0-C53F-138C-18FD81440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FA09-27BC-4DE5-AF7E-35DED2FE7C94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4B5E3-DDCE-4F3B-EC89-04BECC5E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C0F98-A7B0-AD31-D19E-63453119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2152-CC47-4273-B109-CCF9849727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82802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B1F58-BAA3-38DA-0651-D09C4F893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DCD43-FD75-8465-CDFB-EC58F3715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AAB4F-3718-C7FB-06C8-0A71A2762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B3D01-7D53-480E-A603-5AF04FD7225F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16639-13BD-EAE6-76D4-CD11975C9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1CC84-45C9-C5B9-5BEF-80BCBE42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2152-CC47-4273-B109-CCF9849727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1719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AFF83B-57DF-0428-CE49-BCA9962666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DFA90-5415-FAC2-B957-17309C292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915E8-57B1-F4AB-BB79-48E3E40E7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2755C-8376-41D9-9A90-1BD867BBE715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600B6-691A-F0F2-7593-6BEEA05D0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E2EFF-19BE-83AA-F92E-F8DB1DABD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2152-CC47-4273-B109-CCF9849727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7462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12839D-FD99-EB61-8D37-2DAC6D1FC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85D3D-539C-26BD-3EC7-82430A1F5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97526-BA8F-C534-A456-DE11C6F41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EFBA34-3DC9-47FC-9DD3-9C63B2ADEDD2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69550-A836-58A0-16D8-A46FFACFC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9D111-F600-0FCC-FF52-C6B130EAA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22152-CC47-4273-B109-CCF9849727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20866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anacorp.com/en/control-a-servo-with-arduino/" TargetMode="External"/><Relationship Id="rId2" Type="http://schemas.openxmlformats.org/officeDocument/2006/relationships/hyperlink" Target="https://www.maamoon.com/product-page/5v-active-buzz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.farnell.com/raspberry-pi/raspberrypi3-modb-1gb/sbc-raspberry-pi-3-model-b-1gb/dp/2525225" TargetMode="External"/><Relationship Id="rId4" Type="http://schemas.openxmlformats.org/officeDocument/2006/relationships/hyperlink" Target="https://sastronlimited.com/product/soil-moisture-sensor-red-3-p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 Greenhouses: IoT Technologies for Controlled Environments">
            <a:extLst>
              <a:ext uri="{FF2B5EF4-FFF2-40B4-BE49-F238E27FC236}">
                <a16:creationId xmlns:a16="http://schemas.microsoft.com/office/drawing/2014/main" id="{51F113B8-914A-CBD6-887C-20A8A7C18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0E46A-F3D8-03A0-2ED4-280BEDDBC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38D2-EC19-4D0F-8773-052477989058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193CB-66FC-9A7E-60B3-CF3C20EB8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2152-CC47-4273-B109-CCF984972756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01616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7641576-B432-77C8-9141-F1F9AE2919B6}"/>
              </a:ext>
            </a:extLst>
          </p:cNvPr>
          <p:cNvSpPr txBox="1"/>
          <p:nvPr/>
        </p:nvSpPr>
        <p:spPr>
          <a:xfrm>
            <a:off x="664028" y="1230086"/>
            <a:ext cx="10831285" cy="4640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Objective: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Automate soil watering based on real-time moisture, temperature &amp; humidity sensing.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Why: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Optimize water usage, ensure plant health, enable remote monitoring and control.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Key Features: </a:t>
            </a:r>
          </a:p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Local MQTT control (reliable LAN)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Cloud connectivity via Adafruit IO (remote dashboards &amp; alerts)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Actuation (valve open/close) and audible alerts (buzzer)</a:t>
            </a:r>
            <a:endParaRPr lang="en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9B2B90-73A4-2CC7-E9C3-32D4429FBFFC}"/>
              </a:ext>
            </a:extLst>
          </p:cNvPr>
          <p:cNvSpPr txBox="1"/>
          <p:nvPr/>
        </p:nvSpPr>
        <p:spPr>
          <a:xfrm>
            <a:off x="2917371" y="163286"/>
            <a:ext cx="5878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Smart Greenhouse Farm Concept</a:t>
            </a:r>
            <a:endParaRPr lang="en-D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92A2D15-1736-54F1-A0B3-3D479007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09215-68E9-4F0A-881D-D43D8C0F9964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84D388E-A986-13E7-252D-31AF1F54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2152-CC47-4273-B109-CCF984972756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6604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A97ACC-C9EF-01C9-F076-7A28A454FEB8}"/>
              </a:ext>
            </a:extLst>
          </p:cNvPr>
          <p:cNvSpPr txBox="1"/>
          <p:nvPr/>
        </p:nvSpPr>
        <p:spPr>
          <a:xfrm>
            <a:off x="3145971" y="152400"/>
            <a:ext cx="5497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Hardware Components &amp; Roles</a:t>
            </a:r>
            <a:endParaRPr lang="en-D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68353-F522-0466-4DC3-C9C3B92EB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57" y="1416626"/>
            <a:ext cx="3509817" cy="26323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38F5D8-11DE-6F3C-B17A-9E538436F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647" y="1416626"/>
            <a:ext cx="3657596" cy="2743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57C9D1-0B65-8C5C-DC8A-2F02220CC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571" y="2886937"/>
            <a:ext cx="3443118" cy="23241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2A76BE-ADD8-E44D-116A-28EEEEAFA5B9}"/>
              </a:ext>
            </a:extLst>
          </p:cNvPr>
          <p:cNvSpPr txBox="1"/>
          <p:nvPr/>
        </p:nvSpPr>
        <p:spPr>
          <a:xfrm>
            <a:off x="149757" y="692748"/>
            <a:ext cx="4814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 Arduino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Reads- Soil moisture sensor, DHT11 (temp / humidity on D2)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Publishes: Sensor data every  to MQTT and Adafruit IO </a:t>
            </a:r>
            <a:endParaRPr lang="en-D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AA0B1C-D46A-F7C3-8B81-7322F6BEF8C6}"/>
              </a:ext>
            </a:extLst>
          </p:cNvPr>
          <p:cNvSpPr txBox="1"/>
          <p:nvPr/>
        </p:nvSpPr>
        <p:spPr>
          <a:xfrm>
            <a:off x="8234897" y="832203"/>
            <a:ext cx="3807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Actuators: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 (valve on D9), active buzzer (alert on D8)</a:t>
            </a:r>
            <a:endParaRPr lang="en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40AAEE-A1FB-2135-2E25-A345E30C56E1}"/>
              </a:ext>
            </a:extLst>
          </p:cNvPr>
          <p:cNvSpPr txBox="1"/>
          <p:nvPr/>
        </p:nvSpPr>
        <p:spPr>
          <a:xfrm>
            <a:off x="4645180" y="2086476"/>
            <a:ext cx="3187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Raspberry Pi: </a:t>
            </a:r>
            <a:r>
              <a:rPr lang="en-GB" dirty="0"/>
              <a:t>Runs </a:t>
            </a:r>
            <a:r>
              <a:rPr lang="en-GB" dirty="0" err="1"/>
              <a:t>Mosquitto</a:t>
            </a:r>
            <a:r>
              <a:rPr lang="en-GB" dirty="0"/>
              <a:t> broker for local MQTT Dash</a:t>
            </a:r>
            <a:endParaRPr lang="en-DE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EEB2B4-AB87-AC6F-A963-289AB6E90572}"/>
              </a:ext>
            </a:extLst>
          </p:cNvPr>
          <p:cNvCxnSpPr>
            <a:cxnSpLocks/>
          </p:cNvCxnSpPr>
          <p:nvPr/>
        </p:nvCxnSpPr>
        <p:spPr>
          <a:xfrm>
            <a:off x="1904666" y="3835233"/>
            <a:ext cx="0" cy="4468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1D2B69-6D7D-8FD2-5E6A-7E387F64FB65}"/>
              </a:ext>
            </a:extLst>
          </p:cNvPr>
          <p:cNvCxnSpPr>
            <a:cxnSpLocks/>
          </p:cNvCxnSpPr>
          <p:nvPr/>
        </p:nvCxnSpPr>
        <p:spPr>
          <a:xfrm>
            <a:off x="500399" y="4282044"/>
            <a:ext cx="30819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9C50F9-13D3-94FE-FFD2-8D4EF1F5B7F7}"/>
              </a:ext>
            </a:extLst>
          </p:cNvPr>
          <p:cNvCxnSpPr/>
          <p:nvPr/>
        </p:nvCxnSpPr>
        <p:spPr>
          <a:xfrm>
            <a:off x="500399" y="4282044"/>
            <a:ext cx="0" cy="685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AC3240-7D27-02BA-D470-5AACAA7C1BAD}"/>
              </a:ext>
            </a:extLst>
          </p:cNvPr>
          <p:cNvCxnSpPr/>
          <p:nvPr/>
        </p:nvCxnSpPr>
        <p:spPr>
          <a:xfrm>
            <a:off x="3582386" y="4292930"/>
            <a:ext cx="0" cy="674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D408CB90-3145-3A19-1670-B5E4EC284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64014"/>
            <a:ext cx="1752597" cy="175259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94BE728-3B61-881B-B533-FAE026AD8E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7015" y="4515100"/>
            <a:ext cx="1650427" cy="1650427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535E54D-8855-6359-B005-081B584EDA4E}"/>
              </a:ext>
            </a:extLst>
          </p:cNvPr>
          <p:cNvCxnSpPr>
            <a:cxnSpLocks/>
          </p:cNvCxnSpPr>
          <p:nvPr/>
        </p:nvCxnSpPr>
        <p:spPr>
          <a:xfrm>
            <a:off x="10352314" y="4004586"/>
            <a:ext cx="0" cy="510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37399B3-D8C0-C954-4388-648E34C1A656}"/>
              </a:ext>
            </a:extLst>
          </p:cNvPr>
          <p:cNvCxnSpPr/>
          <p:nvPr/>
        </p:nvCxnSpPr>
        <p:spPr>
          <a:xfrm>
            <a:off x="8643257" y="4464014"/>
            <a:ext cx="3058886" cy="510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58EA98-C2AB-E4F0-CE09-FA69F11657FB}"/>
              </a:ext>
            </a:extLst>
          </p:cNvPr>
          <p:cNvCxnSpPr/>
          <p:nvPr/>
        </p:nvCxnSpPr>
        <p:spPr>
          <a:xfrm>
            <a:off x="8654143" y="4464014"/>
            <a:ext cx="0" cy="452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C4B4416-461D-03F9-C823-944C7CDD1FA3}"/>
              </a:ext>
            </a:extLst>
          </p:cNvPr>
          <p:cNvCxnSpPr>
            <a:cxnSpLocks/>
          </p:cNvCxnSpPr>
          <p:nvPr/>
        </p:nvCxnSpPr>
        <p:spPr>
          <a:xfrm>
            <a:off x="11702143" y="4489557"/>
            <a:ext cx="0" cy="478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B9444A65-5B60-12CE-53C7-9061023C9B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4613" y="4701127"/>
            <a:ext cx="2269334" cy="165042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BFCDFF3-2D1E-F349-2102-DB1FFE686B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1318" y="4815686"/>
            <a:ext cx="1400925" cy="140092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2A51B21-3DAB-E991-F559-116BA4A3F8F8}"/>
              </a:ext>
            </a:extLst>
          </p:cNvPr>
          <p:cNvSpPr txBox="1"/>
          <p:nvPr/>
        </p:nvSpPr>
        <p:spPr>
          <a:xfrm>
            <a:off x="149757" y="6165252"/>
            <a:ext cx="2634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Sensor</a:t>
            </a:r>
            <a:endParaRPr lang="en-D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9708A3-20E2-121C-AD38-EE510945E839}"/>
              </a:ext>
            </a:extLst>
          </p:cNvPr>
          <p:cNvSpPr txBox="1"/>
          <p:nvPr/>
        </p:nvSpPr>
        <p:spPr>
          <a:xfrm>
            <a:off x="2447015" y="6165252"/>
            <a:ext cx="1650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Temp/Humm sensor</a:t>
            </a:r>
            <a:endParaRPr lang="en-D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C6043D-C7D8-5C89-50DB-7DD22A1B5B73}"/>
              </a:ext>
            </a:extLst>
          </p:cNvPr>
          <p:cNvSpPr txBox="1"/>
          <p:nvPr/>
        </p:nvSpPr>
        <p:spPr>
          <a:xfrm>
            <a:off x="8234897" y="6216611"/>
            <a:ext cx="1758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</a:t>
            </a:r>
            <a:endParaRPr lang="en-D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3B0FBD-88AA-4056-6498-078986361768}"/>
              </a:ext>
            </a:extLst>
          </p:cNvPr>
          <p:cNvSpPr txBox="1"/>
          <p:nvPr/>
        </p:nvSpPr>
        <p:spPr>
          <a:xfrm>
            <a:off x="10641317" y="6216611"/>
            <a:ext cx="1245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Buzzer</a:t>
            </a:r>
            <a:endParaRPr lang="en-D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2267972-FFF9-095F-E540-046132B97A06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3659574" y="2732808"/>
            <a:ext cx="857997" cy="13161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CACAEBD-5AE7-6CF1-35A7-7A6460B6344C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7960689" y="2732807"/>
            <a:ext cx="857997" cy="13161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ate Placeholder 49">
            <a:extLst>
              <a:ext uri="{FF2B5EF4-FFF2-40B4-BE49-F238E27FC236}">
                <a16:creationId xmlns:a16="http://schemas.microsoft.com/office/drawing/2014/main" id="{16DF95A6-07E3-0942-E99D-AC0CACCB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C1BA1-567F-4AE3-8574-3158E3670ADA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45C49DDE-D134-888E-CDA5-59BAB3396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2152-CC47-4273-B109-CCF984972756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2742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30FC78-0B66-6ECE-EFAB-308F08321024}"/>
              </a:ext>
            </a:extLst>
          </p:cNvPr>
          <p:cNvSpPr txBox="1"/>
          <p:nvPr/>
        </p:nvSpPr>
        <p:spPr>
          <a:xfrm>
            <a:off x="4844143" y="315686"/>
            <a:ext cx="416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References</a:t>
            </a:r>
            <a:endParaRPr lang="en-DE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DFDEC1-83F5-73CC-3060-7BA9C613DE8B}"/>
              </a:ext>
            </a:extLst>
          </p:cNvPr>
          <p:cNvSpPr txBox="1"/>
          <p:nvPr/>
        </p:nvSpPr>
        <p:spPr>
          <a:xfrm>
            <a:off x="1328057" y="1317171"/>
            <a:ext cx="9525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dirty="0">
                <a:hlinkClick r:id="rId2"/>
              </a:rPr>
              <a:t>https://www.maamoon.com/product-page/5v-active-buzzer</a:t>
            </a:r>
            <a:endParaRPr lang="en-GB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dirty="0">
                <a:hlinkClick r:id="rId3"/>
              </a:rPr>
              <a:t>https://www.aranacorp.com/en/control-a-servo-with-arduino/</a:t>
            </a:r>
            <a:endParaRPr lang="en-GB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dirty="0">
                <a:hlinkClick r:id="rId4"/>
              </a:rPr>
              <a:t>https://sastronlimited.com/product/soil-moisture-sensor-red-3-pin/</a:t>
            </a:r>
            <a:endParaRPr lang="en-GB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dirty="0">
                <a:hlinkClick r:id="rId5"/>
              </a:rPr>
              <a:t>https://de.farnell.com/raspberry-pi/raspberrypi3-modb-1gb/sbc-raspberry-pi-3-model-b-1gb/dp/2525225</a:t>
            </a:r>
            <a:endParaRPr lang="en-GB" dirty="0"/>
          </a:p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8A71405-7055-C64B-CD4A-2976F1982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2CCF-AA1D-459E-9D81-149EBC33CEB6}" type="datetime8">
              <a:rPr lang="en-DE" smtClean="0"/>
              <a:t>23/06/2025 17:14</a:t>
            </a:fld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48D68-3EF6-ED39-0AFE-4F2F02F4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2152-CC47-4273-B109-CCF984972756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84846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199</Words>
  <Application>Microsoft Office PowerPoint</Application>
  <PresentationFormat>Widescreen</PresentationFormat>
  <Paragraphs>35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Ismial Hossain</dc:creator>
  <cp:lastModifiedBy>Ismial Hossain</cp:lastModifiedBy>
  <cp:revision>1</cp:revision>
  <dcterms:created xsi:type="dcterms:W3CDTF">2025-06-23T14:30:40Z</dcterms:created>
  <dcterms:modified xsi:type="dcterms:W3CDTF">2025-06-23T15:15:13Z</dcterms:modified>
</cp:coreProperties>
</file>